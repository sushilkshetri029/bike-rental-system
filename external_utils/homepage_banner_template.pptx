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5767"/>
    <a:srgbClr val="4E5867"/>
    <a:srgbClr val="FBF7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B283-7AF7-48F1-B1B4-5DB9D0C4B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47A8D-260D-45B6-B678-7792487A4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991A6-DE9D-447B-9936-86A8A2FC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F5FEE-6BEA-45E5-8548-B77D14E0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160FF-4B6D-49D0-8DB3-070080F1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7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5B9A-95E8-43EB-A4AD-A670607A1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A76F7-38E4-4495-A0C9-566FF0B1A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A0483-A642-49F2-A898-47103194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383F1-5916-4EB7-A00A-729DB84A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9AFFC-EAF6-44A0-90BB-5BDC514C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54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D9C63-AAF4-4AA4-8173-AC62B4D9A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A7DFF-39D1-41A8-9B9C-FB98C3486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F54CB-3CB4-4A19-8A32-58C89E43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4F1F1-5EA9-4445-BCEC-8B986B88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225FA-0E78-4884-BCDF-CD0DAF13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11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7643-A615-454C-B95F-D3265897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40C19-FB3A-46AE-8F24-D9A64BA4A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54C65-D0E5-4414-9982-D62D3511C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9B5F7-6804-441F-9F94-30312538E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F0AA3-7638-4329-9281-4665DB69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572D8-AB00-4C3B-84FF-1FC62990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4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9B53-489D-4141-9E35-BDA90AEF8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431D2-4F17-41C0-9BCD-B6B8A44A9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78B18-6AAF-46E7-9F8C-AE4170869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AE2A4-6E11-48F3-93CC-E0CEB4E1F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70936-43D5-440F-B451-29B2FDEDE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13AAD-218D-45D7-8C52-4B67B067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D16A4-C947-453F-84D7-3FAD3916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03427-2FA6-44D2-BC1A-35DD85208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2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55EB-ED35-4298-99F7-03E40948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A17EFC-4DDB-4118-9571-AD70B93BA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4C070-9275-4210-9215-ABAFC9124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E8EB5-CF3B-41B6-AC20-95DC64E9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805BBA-37B1-4C5E-9F2F-B2512AF2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F2EAF-5854-41E5-875E-C2FE61AD3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B3D89-5939-4089-99C1-ECA17369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0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FABE-FDB6-4FA2-A7C8-0ABBF1DA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64B0A-CC14-46B6-8349-099A12BCE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62216-B643-497A-AE21-A92117699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04111-B9AE-420D-96A0-FD450EBF6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6FCE9-89ED-49F2-8D16-46D3660AB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DC0CB-A0CA-4A53-97F3-18E6AF66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5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4D6B-CEC6-4BBD-BD75-2694B5E7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D79BA-1AAA-4F16-9050-52F170C91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07481-B8ED-409E-BA6B-8DCEE7B57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EE79F-1285-43C9-BE5E-24D9D30D0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A419D-BAEB-4412-9331-626FC7C69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34CE4-FED5-4277-8659-FE5A403F4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BDFA-3EF0-470F-8A28-4327EF09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EAFC7-5C51-4447-9AD4-474FC002E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5CBA-1FF8-4A8A-9929-CC570A9E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CA268-EA7B-44A8-954F-10343A34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0F63E-394A-4F6A-8F96-DB6F2A8A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9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347C8-210A-4A7F-9496-56E5F4D21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3FB1F-12DD-487E-9769-5E34C276F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81D73-BC40-442C-9144-0855A0D5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12411-C097-4FAE-92FA-83BFE340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7943D-0763-45B9-8F38-DD522B06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2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D22DE9-7F08-4EF9-A576-7A171CE7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7F78-A43D-4A54-A4E1-E113AD8A8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3F7EC-716A-452B-9301-A5C31FFDA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0B064-0D7E-4B09-807A-4DC8350828D6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CD9CE-FD53-4223-952D-FB44782CD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70A79-ED7D-45BB-9EE8-B987C1FB4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8E0CB-EA2B-4C34-A0B8-444CC52CF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8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BB741A4-8505-4F23-A45D-4BCDB6F35EF7}"/>
              </a:ext>
            </a:extLst>
          </p:cNvPr>
          <p:cNvGrpSpPr/>
          <p:nvPr/>
        </p:nvGrpSpPr>
        <p:grpSpPr>
          <a:xfrm>
            <a:off x="1362075" y="314325"/>
            <a:ext cx="9144000" cy="6096000"/>
            <a:chOff x="1362075" y="314325"/>
            <a:chExt cx="9144000" cy="6096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3B25D1D-C213-4ECC-8086-2CF702F53CE4}"/>
                </a:ext>
              </a:extLst>
            </p:cNvPr>
            <p:cNvGrpSpPr/>
            <p:nvPr/>
          </p:nvGrpSpPr>
          <p:grpSpPr>
            <a:xfrm>
              <a:off x="1362075" y="314325"/>
              <a:ext cx="9144000" cy="6096000"/>
              <a:chOff x="1362075" y="314325"/>
              <a:chExt cx="9144000" cy="60960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23569D4-4B56-4E94-BA8D-E1459ED7481F}"/>
                  </a:ext>
                </a:extLst>
              </p:cNvPr>
              <p:cNvGrpSpPr/>
              <p:nvPr/>
            </p:nvGrpSpPr>
            <p:grpSpPr>
              <a:xfrm>
                <a:off x="1362075" y="314325"/>
                <a:ext cx="9144000" cy="6096000"/>
                <a:chOff x="1362075" y="314325"/>
                <a:chExt cx="9144000" cy="6096000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F6419E1D-1529-4C56-A155-C2AF9F126B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62075" y="314325"/>
                  <a:ext cx="9144000" cy="6096000"/>
                </a:xfrm>
                <a:prstGeom prst="rect">
                  <a:avLst/>
                </a:prstGeom>
              </p:spPr>
            </p:pic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698AD647-D321-4813-84FF-82FF0913CA41}"/>
                    </a:ext>
                  </a:extLst>
                </p:cNvPr>
                <p:cNvSpPr/>
                <p:nvPr/>
              </p:nvSpPr>
              <p:spPr>
                <a:xfrm>
                  <a:off x="5438775" y="2695575"/>
                  <a:ext cx="914400" cy="285750"/>
                </a:xfrm>
                <a:prstGeom prst="rect">
                  <a:avLst/>
                </a:prstGeom>
                <a:solidFill>
                  <a:srgbClr val="FBF7E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80995B7-E94D-41A0-A4CE-8D4F62ABC8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200" y="2695575"/>
                <a:ext cx="285750" cy="285750"/>
              </a:xfrm>
              <a:prstGeom prst="rect">
                <a:avLst/>
              </a:prstGeom>
              <a:effectLst>
                <a:outerShdw blurRad="50800" dist="50800" dir="3000000" sx="68000" sy="68000" algn="ctr" rotWithShape="0">
                  <a:schemeClr val="tx1"/>
                </a:outerShdw>
              </a:effectLst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FF9DCA-62AA-4429-819C-5618A8ABF1D9}"/>
                </a:ext>
              </a:extLst>
            </p:cNvPr>
            <p:cNvSpPr txBox="1"/>
            <p:nvPr/>
          </p:nvSpPr>
          <p:spPr>
            <a:xfrm>
              <a:off x="5659755" y="2669173"/>
              <a:ext cx="914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4E5867"/>
                  </a:solidFill>
                  <a:effectLst>
                    <a:outerShdw blurRad="50800" dist="50800" dir="3000000" algn="ctr" rotWithShape="0">
                      <a:schemeClr val="tx1">
                        <a:alpha val="38000"/>
                      </a:schemeClr>
                    </a:outerShdw>
                  </a:effectLst>
                  <a:latin typeface="Good Times Rg" panose="020B0605020000020001" pitchFamily="34" charset="0"/>
                </a:rPr>
                <a:t>V-RS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245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Good Times Rg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Lekh Nath Jaisi</dc:creator>
  <cp:lastModifiedBy>Lekh Nath Jaisi</cp:lastModifiedBy>
  <cp:revision>5</cp:revision>
  <dcterms:created xsi:type="dcterms:W3CDTF">2024-10-18T02:47:45Z</dcterms:created>
  <dcterms:modified xsi:type="dcterms:W3CDTF">2024-10-18T03:01:58Z</dcterms:modified>
</cp:coreProperties>
</file>